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Misalignment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</a:t>
            </a:r>
          </a:p>
          <a:p>
            <a:r>
              <a:t>The executive team is currently out of sync, which is causing delays in decision-making.</a:t>
            </a:r>
          </a:p>
          <a:p/>
          <a:p>
            <a:r>
              <a:t>Key Pain Points: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Lack of clarity on previous leadership discussions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Miscommunication leading to stalled initiatives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No structured process for following up on action items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9698786E7AFD49A7C5B6F6C3536AD6" ma:contentTypeVersion="10" ma:contentTypeDescription="Create a new document." ma:contentTypeScope="" ma:versionID="2b0e98ecace42f849c52b16f57443fdf">
  <xsd:schema xmlns:xsd="http://www.w3.org/2001/XMLSchema" xmlns:xs="http://www.w3.org/2001/XMLSchema" xmlns:p="http://schemas.microsoft.com/office/2006/metadata/properties" xmlns:ns2="1e5e0b89-4eaf-4aec-98b1-005de50b7075" xmlns:ns3="67d09dcd-d740-490a-ab85-a3a2439e26ef" targetNamespace="http://schemas.microsoft.com/office/2006/metadata/properties" ma:root="true" ma:fieldsID="f52a733de39108cbc25026e853274619" ns2:_="" ns3:_="">
    <xsd:import namespace="1e5e0b89-4eaf-4aec-98b1-005de50b7075"/>
    <xsd:import namespace="67d09dcd-d740-490a-ab85-a3a2439e26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5e0b89-4eaf-4aec-98b1-005de50b70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2bd8d5f-6187-4207-9dd1-6ddb9e3758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09dcd-d740-490a-ab85-a3a2439e26e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329b4aa-38f8-487b-825d-00407882bd28}" ma:internalName="TaxCatchAll" ma:showField="CatchAllData" ma:web="67d09dcd-d740-490a-ab85-a3a2439e26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5e0b89-4eaf-4aec-98b1-005de50b7075">
      <Terms xmlns="http://schemas.microsoft.com/office/infopath/2007/PartnerControls"/>
    </lcf76f155ced4ddcb4097134ff3c332f>
    <TaxCatchAll xmlns="67d09dcd-d740-490a-ab85-a3a2439e26ef" xsi:nil="true"/>
  </documentManagement>
</p:properties>
</file>

<file path=customXml/itemProps1.xml><?xml version="1.0" encoding="utf-8"?>
<ds:datastoreItem xmlns:ds="http://schemas.openxmlformats.org/officeDocument/2006/customXml" ds:itemID="{FBC70F04-A3CA-4227-92F1-881D5401BA4D}"/>
</file>

<file path=customXml/itemProps2.xml><?xml version="1.0" encoding="utf-8"?>
<ds:datastoreItem xmlns:ds="http://schemas.openxmlformats.org/officeDocument/2006/customXml" ds:itemID="{15758441-0FF9-4BEF-847E-108D53F76402}"/>
</file>

<file path=customXml/itemProps3.xml><?xml version="1.0" encoding="utf-8"?>
<ds:datastoreItem xmlns:ds="http://schemas.openxmlformats.org/officeDocument/2006/customXml" ds:itemID="{3744262B-03EE-42C6-909B-5AFFD7EC984C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0x010100DD9698786E7AFD49A7C5B6F6C3536AD6</vt:lpwstr>
  </property>
</Properties>
</file>